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FE5"/>
    <a:srgbClr val="8DCFD8"/>
    <a:srgbClr val="31828E"/>
    <a:srgbClr val="20575F"/>
    <a:srgbClr val="112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49" d="100"/>
          <a:sy n="49" d="100"/>
        </p:scale>
        <p:origin x="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45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39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89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5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87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75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80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35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827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59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2163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29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451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286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355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83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C070D19-CEA5-4277-916F-A6899745547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AAC5848-76C2-4811-BCF7-D246DA07CE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199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CC71F-EA68-A737-9763-E8A1F38E0AB9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21CB0-4934-F7C5-B75C-5CC036C21134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A8EB-F1DB-E078-5502-CB9060F2A605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00A747-E9FC-388C-9709-01D9AB9E07AC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Campaign Performance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DF688-62D3-9F35-19E4-19625F1AFF5C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D8A8B8F-1657-595D-EBE7-EA441A7F8FFB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78547EB-4AB7-066D-B993-ABEE3376186E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52F38B1-3F4D-0733-A28F-3A0B5D2D4BF0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5F36302-E275-D20F-560C-65111728F5A1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4B131-0900-DCB8-DEDB-3D39E8E2ECD2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CFB3A7-C2DE-67FF-C071-8479076DF9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0BBFE92F-8D77-54D9-5F74-2248C47D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0061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CC71F-EA68-A737-9763-E8A1F38E0AB9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21CB0-4934-F7C5-B75C-5CC036C21134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A8EB-F1DB-E078-5502-CB9060F2A605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00A747-E9FC-388C-9709-01D9AB9E07AC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Buyer Composition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DF688-62D3-9F35-19E4-19625F1AFF5C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D8A8B8F-1657-595D-EBE7-EA441A7F8FFB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78547EB-4AB7-066D-B993-ABEE3376186E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52F38B1-3F4D-0733-A28F-3A0B5D2D4BF0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5F36302-E275-D20F-560C-65111728F5A1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4B131-0900-DCB8-DEDB-3D39E8E2ECD2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CFB3A7-C2DE-67FF-C071-8479076DF9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0BBFE92F-8D77-54D9-5F74-2248C47D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164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CC71F-EA68-A737-9763-E8A1F38E0AB9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21CB0-4934-F7C5-B75C-5CC036C21134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A8EB-F1DB-E078-5502-CB9060F2A605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00A747-E9FC-388C-9709-01D9AB9E07AC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Purchase Drivers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DF688-62D3-9F35-19E4-19625F1AFF5C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D8A8B8F-1657-595D-EBE7-EA441A7F8FFB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78547EB-4AB7-066D-B993-ABEE3376186E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52F38B1-3F4D-0733-A28F-3A0B5D2D4BF0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5F36302-E275-D20F-560C-65111728F5A1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4B131-0900-DCB8-DEDB-3D39E8E2ECD2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2CFB3A7-C2DE-67FF-C071-8479076DF9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0BBFE92F-8D77-54D9-5F74-2248C47D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33916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33DFD-46B9-A26E-4E1F-E54EBAEC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70F9E0-0665-8D4D-985F-96EB229C8F66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1F9A2-3583-310B-870C-32ABDE4720AB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41450-FAC2-A021-EC8D-F80D2AC340F2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86D064C-7252-3950-7C7C-6A6077182D9D}"/>
              </a:ext>
            </a:extLst>
          </p:cNvPr>
          <p:cNvSpPr txBox="1"/>
          <p:nvPr/>
        </p:nvSpPr>
        <p:spPr>
          <a:xfrm flipH="1">
            <a:off x="-18853" y="1761"/>
            <a:ext cx="3233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Problem</a:t>
            </a:r>
            <a:r>
              <a:rPr lang="fr-FR" sz="2400" dirty="0"/>
              <a:t> </a:t>
            </a:r>
            <a:r>
              <a:rPr lang="fr-FR" sz="2400" dirty="0" err="1"/>
              <a:t>Statement</a:t>
            </a:r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F74CEC-65F0-A2EE-8907-D4EE20C6F119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1DD7C843-A740-6E5D-9E4B-65F946033A85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C1507CCA-0F9F-C5E3-43EB-2457DBC72B8F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0CB255F1-C051-AD59-193C-C4ADFF73BEBB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E0877B5-04BF-308F-7AC9-0024314BB489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0F91C-ABD8-7A0D-BC21-FF204C7995FC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E204D52-D01C-0421-91DF-8D46D39B5F24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42707FF2-AED5-6A3F-FCF0-5D0FAD84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1237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DEB82-558B-3F2B-9D4A-99FB71CF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B4ADC2-87F9-7030-79D9-6E0C8ECC8A0F}"/>
              </a:ext>
            </a:extLst>
          </p:cNvPr>
          <p:cNvSpPr/>
          <p:nvPr/>
        </p:nvSpPr>
        <p:spPr>
          <a:xfrm>
            <a:off x="-9426" y="-94267"/>
            <a:ext cx="12192000" cy="556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D3711-BB73-28C6-1A6C-25915BC33493}"/>
              </a:ext>
            </a:extLst>
          </p:cNvPr>
          <p:cNvSpPr/>
          <p:nvPr/>
        </p:nvSpPr>
        <p:spPr>
          <a:xfrm>
            <a:off x="0" y="6301819"/>
            <a:ext cx="12192000" cy="5561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4638C0-80EF-F2E6-2049-97A0B8BDB806}"/>
              </a:ext>
            </a:extLst>
          </p:cNvPr>
          <p:cNvSpPr/>
          <p:nvPr/>
        </p:nvSpPr>
        <p:spPr>
          <a:xfrm>
            <a:off x="0" y="6229819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3ADF15-D857-99D4-65B8-D25FCA59EAA2}"/>
              </a:ext>
            </a:extLst>
          </p:cNvPr>
          <p:cNvSpPr txBox="1"/>
          <p:nvPr/>
        </p:nvSpPr>
        <p:spPr>
          <a:xfrm flipH="1">
            <a:off x="-18853" y="1761"/>
            <a:ext cx="3233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Purchase</a:t>
            </a:r>
            <a:r>
              <a:rPr lang="fr-FR" sz="2400"/>
              <a:t>  Driver</a:t>
            </a:r>
          </a:p>
          <a:p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5A639DA-6416-6FDB-AA8F-6B102FB8309E}"/>
              </a:ext>
            </a:extLst>
          </p:cNvPr>
          <p:cNvSpPr txBox="1"/>
          <p:nvPr/>
        </p:nvSpPr>
        <p:spPr>
          <a:xfrm>
            <a:off x="9051303" y="6380259"/>
            <a:ext cx="3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</a:t>
            </a:r>
            <a:r>
              <a:rPr lang="fr-FR" dirty="0"/>
              <a:t> by Carine FOTSO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1D16961F-F053-E6B9-5531-436749918CCC}"/>
              </a:ext>
            </a:extLst>
          </p:cNvPr>
          <p:cNvSpPr/>
          <p:nvPr/>
        </p:nvSpPr>
        <p:spPr>
          <a:xfrm rot="13326028">
            <a:off x="4433140" y="-963785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B3DFE5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5C2757BD-7929-6DAF-8A43-F4147736A658}"/>
              </a:ext>
            </a:extLst>
          </p:cNvPr>
          <p:cNvSpPr/>
          <p:nvPr/>
        </p:nvSpPr>
        <p:spPr>
          <a:xfrm rot="13326028">
            <a:off x="6038955" y="-964642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8DCFD8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4E959F48-1772-8F25-9235-EBE89E5BDE69}"/>
              </a:ext>
            </a:extLst>
          </p:cNvPr>
          <p:cNvSpPr/>
          <p:nvPr/>
        </p:nvSpPr>
        <p:spPr>
          <a:xfrm rot="13326028">
            <a:off x="7644771" y="-963788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DEA0D966-6C55-F034-84E2-20CF2926B69F}"/>
              </a:ext>
            </a:extLst>
          </p:cNvPr>
          <p:cNvSpPr/>
          <p:nvPr/>
        </p:nvSpPr>
        <p:spPr>
          <a:xfrm rot="13326028">
            <a:off x="9250587" y="-954360"/>
            <a:ext cx="2569149" cy="2631822"/>
          </a:xfrm>
          <a:custGeom>
            <a:avLst/>
            <a:gdLst>
              <a:gd name="connsiteX0" fmla="*/ 1755382 w 2569149"/>
              <a:gd name="connsiteY0" fmla="*/ 1484908 h 2631822"/>
              <a:gd name="connsiteX1" fmla="*/ 486088 w 2569149"/>
              <a:gd name="connsiteY1" fmla="*/ 2631822 h 2631822"/>
              <a:gd name="connsiteX2" fmla="*/ 376693 w 2569149"/>
              <a:gd name="connsiteY2" fmla="*/ 2599201 h 2631822"/>
              <a:gd name="connsiteX3" fmla="*/ 65392 w 2569149"/>
              <a:gd name="connsiteY3" fmla="*/ 2397578 h 2631822"/>
              <a:gd name="connsiteX4" fmla="*/ 0 w 2569149"/>
              <a:gd name="connsiteY4" fmla="*/ 2321443 h 2631822"/>
              <a:gd name="connsiteX5" fmla="*/ 2569149 w 2569149"/>
              <a:gd name="connsiteY5" fmla="*/ 0 h 2631822"/>
              <a:gd name="connsiteX6" fmla="*/ 2428393 w 2569149"/>
              <a:gd name="connsiteY6" fmla="*/ 150355 h 2631822"/>
              <a:gd name="connsiteX7" fmla="*/ 1793684 w 2569149"/>
              <a:gd name="connsiteY7" fmla="*/ 1280335 h 26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9149" h="2631822">
                <a:moveTo>
                  <a:pt x="1755382" y="1484908"/>
                </a:moveTo>
                <a:lnTo>
                  <a:pt x="486088" y="2631822"/>
                </a:lnTo>
                <a:lnTo>
                  <a:pt x="376693" y="2599201"/>
                </a:lnTo>
                <a:cubicBezTo>
                  <a:pt x="259524" y="2551593"/>
                  <a:pt x="154007" y="2482704"/>
                  <a:pt x="65392" y="2397578"/>
                </a:cubicBezTo>
                <a:lnTo>
                  <a:pt x="0" y="2321443"/>
                </a:lnTo>
                <a:lnTo>
                  <a:pt x="2569149" y="0"/>
                </a:lnTo>
                <a:lnTo>
                  <a:pt x="2428393" y="150355"/>
                </a:lnTo>
                <a:cubicBezTo>
                  <a:pt x="2099285" y="527015"/>
                  <a:pt x="1887715" y="903675"/>
                  <a:pt x="1793684" y="1280335"/>
                </a:cubicBezTo>
                <a:close/>
              </a:path>
            </a:pathLst>
          </a:custGeom>
          <a:solidFill>
            <a:srgbClr val="20575F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8995B-F3C6-4B61-8308-1B91783A3184}"/>
              </a:ext>
            </a:extLst>
          </p:cNvPr>
          <p:cNvSpPr/>
          <p:nvPr/>
        </p:nvSpPr>
        <p:spPr>
          <a:xfrm>
            <a:off x="-18853" y="395924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12D3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6E88F38-6029-D2CD-C576-D84ECA5F4B60}"/>
              </a:ext>
            </a:extLst>
          </p:cNvPr>
          <p:cNvSpPr txBox="1"/>
          <p:nvPr/>
        </p:nvSpPr>
        <p:spPr>
          <a:xfrm>
            <a:off x="9529779" y="-37879"/>
            <a:ext cx="24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glow rad="88900">
                    <a:schemeClr val="accent6">
                      <a:lumMod val="75000"/>
                      <a:alpha val="30000"/>
                    </a:schemeClr>
                  </a:glow>
                  <a:reflection blurRad="6350" stA="50000" endA="300" endPos="37000" dist="25400" dir="5400000" sy="-100000" algn="bl" rotWithShape="0"/>
                </a:effectLst>
                <a:latin typeface="Bodoni MT Black" panose="02070A03080606020203" pitchFamily="18" charset="0"/>
              </a:rPr>
              <a:t>MARKET  MINDZ</a:t>
            </a:r>
          </a:p>
        </p:txBody>
      </p:sp>
      <p:pic>
        <p:nvPicPr>
          <p:cNvPr id="23" name="Graphique 22" descr="Éclair avec un remplissage uni">
            <a:extLst>
              <a:ext uri="{FF2B5EF4-FFF2-40B4-BE49-F238E27FC236}">
                <a16:creationId xmlns:a16="http://schemas.microsoft.com/office/drawing/2014/main" id="{FF8D6F22-B27C-B4FC-5CE1-AC46D61C4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0300" y="-42055"/>
            <a:ext cx="451756" cy="451756"/>
          </a:xfrm>
          <a:prstGeom prst="rect">
            <a:avLst/>
          </a:prstGeom>
          <a:effectLst>
            <a:glow rad="76200">
              <a:schemeClr val="tx1">
                <a:lumMod val="85000"/>
                <a:alpha val="32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75322809"/>
      </p:ext>
    </p:extLst>
  </p:cSld>
  <p:clrMapOvr>
    <a:masterClrMapping/>
  </p:clrMapOvr>
</p:sld>
</file>

<file path=ppt/theme/theme1.xml><?xml version="1.0" encoding="utf-8"?>
<a:theme xmlns:a="http://schemas.openxmlformats.org/drawingml/2006/main" name="Profondeur">
  <a:themeElements>
    <a:clrScheme name="Profondeur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ondeur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ondeu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TM04033923[[fn=Profondeur]]</Template>
  <TotalTime>131</TotalTime>
  <Words>40</Words>
  <Application>Microsoft Office PowerPoint</Application>
  <PresentationFormat>Grand écran</PresentationFormat>
  <Paragraphs>15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Bodoni MT Black</vt:lpstr>
      <vt:lpstr>Corbel</vt:lpstr>
      <vt:lpstr>Profondeur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Carine FOTSO</dc:creator>
  <cp:lastModifiedBy>Carine Fotso</cp:lastModifiedBy>
  <cp:revision>10</cp:revision>
  <dcterms:created xsi:type="dcterms:W3CDTF">2024-11-06T08:48:26Z</dcterms:created>
  <dcterms:modified xsi:type="dcterms:W3CDTF">2026-10-09T12:33:16Z</dcterms:modified>
</cp:coreProperties>
</file>